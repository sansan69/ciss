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4" name="Image 0" descr="/Users/mymac/Documents/CISS/output/ciss_management_demo/assets/cis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95" y="932688"/>
            <a:ext cx="905347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005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CISS Workforce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83080" y="1444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Regional rollout management overview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783080" y="1901952"/>
            <a:ext cx="2212848" cy="274320"/>
          </a:xfrm>
          <a:prstGeom prst="roundRect">
            <a:avLst>
              <a:gd name="adj" fmla="val 26667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56232" y="1965960"/>
            <a:ext cx="20665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</a:rPr>
              <a:t>Live workforce operations platform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096512" y="1901952"/>
            <a:ext cx="2084832" cy="274320"/>
          </a:xfrm>
          <a:prstGeom prst="roundRect">
            <a:avLst>
              <a:gd name="adj" fmla="val 2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69664" y="1965960"/>
            <a:ext cx="193852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4C85"/>
                </a:solidFill>
              </a:rPr>
              <a:t>Region-ready backend isolation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2542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management can see in this session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285292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What is already live and operational today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How Kerala stays protected while new regions get separate databases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How guard onboarding, attendance, and supervision work together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What the next HRM phases add: training, payroll, leave, and branch operations</a:t>
            </a:r>
            <a:endParaRPr lang="en-US" sz="1500" dirty="0"/>
          </a:p>
        </p:txBody>
      </p:sp>
      <p:pic>
        <p:nvPicPr>
          <p:cNvPr id="13" name="Image 1" descr="/Users/mymac/Documents/CISS/output/ciss_management_demo/assets/01-landing.png">    </p:cNvPr>
          <p:cNvPicPr>
            <a:picLocks noChangeAspect="1"/>
          </p:cNvPicPr>
          <p:nvPr/>
        </p:nvPicPr>
        <p:blipFill>
          <a:blip r:embed="rId2"/>
          <a:srcRect l="25532" r="25532" t="0" b="0"/>
          <a:stretch/>
        </p:blipFill>
        <p:spPr>
          <a:xfrm>
            <a:off x="7040880" y="960120"/>
            <a:ext cx="4434840" cy="5074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9808" y="5486400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32688" y="56509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Presented for senior management |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Why This Platform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CISS Workforce is solving daily operational problems first, not just digitising forms.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" y="1792224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C8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0664" y="2103120"/>
            <a:ext cx="1856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Single source of truth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0664" y="2295144"/>
            <a:ext cx="1856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guards, sites, work orders, attendance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07792" y="1645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54096" y="1792224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55"/>
                </a:solidFill>
              </a:rPr>
              <a:t>QR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54096" y="2103120"/>
            <a:ext cx="1856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Field-ready attendance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54096" y="2295144"/>
            <a:ext cx="1856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identity + location + photo proof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21224" y="1645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67528" y="1792224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9C55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67528" y="2103120"/>
            <a:ext cx="1856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Role 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67528" y="2295144"/>
            <a:ext cx="1856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super admin, admin, FO, guard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34656" y="16459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792224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A6B"/>
                </a:solidFill>
              </a:rPr>
              <a:t>1:1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80960" y="2103120"/>
            <a:ext cx="1856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Region isolation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80960" y="2295144"/>
            <a:ext cx="18562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one region, one backend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2880360"/>
            <a:ext cx="365760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" y="302666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Problems being removed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" y="331012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Manual attendance proof and delayed reporting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No clean separation between regional operations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Paper-heavy onboarding of guards and site assignments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Low visibility for management on deployment and compliance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80560" y="2880360"/>
            <a:ext cx="365760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45152" y="302666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Business value now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81728" y="331012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Faster region setup with a guided onboarding wizard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Verified attendance from the field with location context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District-level supervision for field officers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Operational data ready for later HRM and payroll expansion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66760" y="2880360"/>
            <a:ext cx="3246120" cy="2487168"/>
          </a:xfrm>
          <a:prstGeom prst="roundRect">
            <a:avLst>
              <a:gd name="adj" fmla="val 294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31352" y="3026664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Management takeaway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49640" y="3310128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Kerala remains protected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New regions can be started independently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The same codebase can scale without mixing live data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What Is Live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This is already more than an attendance app. It is a workforce operations platform with region onboarding.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847088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HQ / Super Admin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121408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Region onboarding, cross-region setup control, admin provisioning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700784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1847088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Regional 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36792" y="2121408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Clients, field officers, employee records, duty sites, work orders, reports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18211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" y="3328416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Field Officer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602736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District-scoped view of attendance and site operations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18211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6792" y="3328416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Guard / Candidate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6792" y="3602736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Mobile-first enrollment, QR identity, attendance-facing flows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" y="4809744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Attendance Control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" y="5084064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QR scan, location, geofence logic, photo proof, review metadata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4809744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Operations Masters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36792" y="5084064"/>
            <a:ext cx="4928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Clients, client locations, duty sites, work orders, exports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623620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6300216"/>
            <a:ext cx="104241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4C85"/>
                </a:solidFill>
              </a:rPr>
              <a:t>Mobile first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65960" y="623620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112" y="6300216"/>
            <a:ext cx="9509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4C85"/>
                </a:solidFill>
              </a:rPr>
              <a:t>PWA ready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54680" y="6236208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6300216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4C85"/>
                </a:solidFill>
              </a:rPr>
              <a:t>Role based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62362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6300216"/>
            <a:ext cx="14538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</a:rPr>
              <a:t>Region isolated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How A Region Goes Live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model is intentionally simple for non-technical users: manual Firebase setup + guided app onboarding.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6642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92224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17320" y="1627632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81912" y="1773936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1. Create region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2048256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HQ creates a region record in the app with region code, name, project id, and web app details.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45059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78608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2414016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81912" y="2560320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2. Finish three Firebase console steps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2834640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Create Firestore, enable Email/Password Auth, and initialize Storage once.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323697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64992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17320" y="3200400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81912" y="3346704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3. Recheck readiness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81912" y="3621024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The wizard verifies Firestore, Auth, and Storage and explains what is still missing.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402336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51376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417320" y="3986784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81912" y="4133088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4. Seed defaults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81912" y="4407408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The app seeds compliance and runtime defaults for that region backend.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480974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3776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17320" y="4773168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81912" y="4919472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5. Create first regional admin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81912" y="5193792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HQ creates the first admin account for that region directly from the wizard.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55961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724144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417320" y="5559552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581912" y="5705856"/>
            <a:ext cx="9683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6. Start operations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81912" y="5980176"/>
            <a:ext cx="9683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Regional admin can create clients, field officers, sites, work orders, employees, and attendance immediately.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Enrollment And Employee Readiness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guard onboarding flow is structured, mobile-friendly, and designed to improve data quality at entry time.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pic>
        <p:nvPicPr>
          <p:cNvPr id="8" name="Image 0" descr="/Users/mymac/Documents/CISS/output/ciss_management_demo/assets/desktop-enroll-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7098"/>
            <a:ext cx="6400800" cy="4000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810512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16952" y="1956816"/>
            <a:ext cx="3694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Why management should care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16952" y="2231136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Enrollment quality drives better attendance, cleaner records, and fewer downstream HR errors.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43800" y="318211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Step-based registration reduces confusion on mobile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Separate document uploads improve clarity and traceability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Draft-safe flow helps staff finish long forms without losing progress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Client-linked onboarding keeps operations aligned from day one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452360" y="51663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16952" y="5312664"/>
            <a:ext cx="3694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Result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16952" y="5586984"/>
            <a:ext cx="3694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Guards can be enrolled faster with better document completeness and stronger operational records.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Attendance Built For Real Field Use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Attendance is designed for shared mobile devices at sites, not office desktops.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pic>
        <p:nvPicPr>
          <p:cNvPr id="8" name="Image 0" descr="/Users/mymac/Documents/CISS/output/ciss_management_demo/assets/05-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161081"/>
            <a:ext cx="2834640" cy="1587398"/>
          </a:xfrm>
          <a:prstGeom prst="rect">
            <a:avLst/>
          </a:prstGeom>
        </p:spPr>
      </p:pic>
      <p:pic>
        <p:nvPicPr>
          <p:cNvPr id="9" name="Image 1" descr="/Users/mymac/Documents/CISS/output/ciss_management_demo/assets/desktop-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768918"/>
            <a:ext cx="3794760" cy="23717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55280" y="1719072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119872" y="1865376"/>
            <a:ext cx="3282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Attendance proof chain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83880" y="214884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Start attendance from a simple mobile-first screen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Scan guard QR code to identify the person quickly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Capture reporting location, date, and time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geofence checks and site validation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Capture attendance photo and save review metadata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Show the record immediately in admin and field-officer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How Operations Stay Under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Different users see the same operation from the right level of visibility.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29384"/>
            <a:ext cx="3282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Regional Admin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22128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Sees full region operations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Creates field officers and clients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Monitors attendance logs and reports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929384"/>
            <a:ext cx="3282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Field Officer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22128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Sees only assigned districts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Tracks local site coverage and attendance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Acts on operational gaps in the field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78308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31352" y="1929384"/>
            <a:ext cx="2825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Guard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212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Uses simple mobile flows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Gets QR-based identification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Interacts with attendance and later self-service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" y="4215384"/>
            <a:ext cx="10506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was proven in a real dummy-region test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4526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HQ created a separate region backend and first admin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That region created field officers, clients, employees, duty sites, and work orders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Attendance was recorded and then seen correctly at both admin and district-scoped field-officer levels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Architecture And Governance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platform is already structured for operational discipline and scalable rollout.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83794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08483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Next.js 15.5 App Router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Firebase Auth, Firestore, and Storage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Vercel deployment model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Mobile-first PWA usage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83794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Control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Role-based access across admin, FO, client, and guard layers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Audit-oriented server routes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Geofence-aware attendance validation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Dedicated backend per region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66760" y="169164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31352" y="1837944"/>
            <a:ext cx="2825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this means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08483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No cross-region data mixing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Operational accountability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Stronger rollout confidence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3840480"/>
            <a:ext cx="10835640" cy="1737360"/>
          </a:xfrm>
          <a:prstGeom prst="roundRect">
            <a:avLst>
              <a:gd name="adj" fmla="val 421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" y="3986784"/>
            <a:ext cx="10506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Management assurance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4261104"/>
            <a:ext cx="10506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Kerala remains the current live region database. New regions are onboarded without migrating or overwriting Kerala data. The setup model is now simple enough for HQ operations: finish 3 Firebase console actions, then let the wizard validate, seed, and create the first admin.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What Comes Next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current platform already supports operations. The next phases convert it into a full HRM and payroll system.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29384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Phase 1-2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2203704"/>
            <a:ext cx="227685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UI refinement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Training modules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Evaluations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Leaderboard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Awards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7830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929384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Phase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2203704"/>
            <a:ext cx="227685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Payroll 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Client wage configs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Payslips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Statutory compliance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Manual overrides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1929384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Phase 4-5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112" y="2203704"/>
            <a:ext cx="227685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Leave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Attendance hardening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Site review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Holiday and allowance logic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178308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91472" y="192938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Phase 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91472" y="2203704"/>
            <a:ext cx="181965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Branch operations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FO visit reports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Training reports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Expense tracking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" y="4718304"/>
            <a:ext cx="10506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Recommended management 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" y="4992624"/>
            <a:ext cx="10506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Approve rollout based on what is already live today for operations, then fund later phases as controlled business expansions rather than treating everything as one big risky transformation.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Recommended Demonstration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Use this sequence for a confident management presentation.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92840" y="146304"/>
            <a:ext cx="320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EBD7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3474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CISS Workforce | Management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837944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Live demo 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1031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1. Show Region Onboarding and explain separate backend per region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2. Show client and field-officer setup in a region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3. Show employee enrollment with the guided mobile-friendly flow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4. Record one attendance entry live if possible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5. Open attendance logs and show the same record immediately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6. Close with the roadmap: training, payroll, leave, branch operations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1837944"/>
            <a:ext cx="4882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to say in one sentence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112264"/>
            <a:ext cx="488289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"CISS Workforce is now a region-ready workforce operations platform, with Kerala protected, new regions isolated, and field attendance controlled in real time."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5212080" cy="2423160"/>
          </a:xfrm>
          <a:prstGeom prst="roundRect">
            <a:avLst>
              <a:gd name="adj" fmla="val 3019"/>
            </a:avLst>
          </a:prstGeom>
          <a:solidFill>
            <a:srgbClr val="F6EBD7"/>
          </a:solidFill>
          <a:ln w="12700">
            <a:solidFill>
              <a:srgbClr val="F6EBD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941064"/>
            <a:ext cx="4882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Management decision 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22452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Approve rollout to the next region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Use operations first, then extend to payroll and HRM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Treat this as the company’s standard workforce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CISS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CISS Workforce - Management Overview</dc:title>
  <dc:subject>CISS Workforce management overview</dc:subject>
  <dc:creator>OpenAI Codex</dc:creator>
  <cp:lastModifiedBy>OpenAI Codex</cp:lastModifiedBy>
  <cp:revision>1</cp:revision>
  <dcterms:created xsi:type="dcterms:W3CDTF">2026-03-22T13:24:54Z</dcterms:created>
  <dcterms:modified xsi:type="dcterms:W3CDTF">2026-03-22T13:24:54Z</dcterms:modified>
</cp:coreProperties>
</file>